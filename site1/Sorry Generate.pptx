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7486B-5ADB-4237-A491-ABD08332B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C354C7-956B-4852-971B-40F85C2F9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2D957C-D887-4F68-A8F2-653F7306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E6CD6D-9CD7-4765-B714-7683D9DB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CC229C-7CF4-487C-A2DC-CCA6B005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59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904F5-3B77-4D34-82ED-C61C01D6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2F91CD-EA71-4DFE-AB6F-26ABB0638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CED6E1-4016-4B4D-A667-77C96E51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173D44-9C14-47D7-8063-C7DDCDC5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9BCB3F-4D46-4B01-802A-8A30BAE9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07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2080AD-9BB4-449C-A809-7F1AC0BAA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ABDFF0-6179-4D1B-B46A-E09770C56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E4531E-C64F-4EDA-A209-82626F551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9154A7-BDA1-40F8-8B6A-1C9F9589E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D0E7AE-6A82-4289-B3E8-56E4F88B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393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0944F5-280F-4E12-8CD8-51630912B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7D6125-96DD-413F-B0A1-F709D5B5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40E2AC-5FFE-4B9C-BCC8-FC36BF636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9E3BEE-E86B-4B6B-99E0-253ABF98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732FF0-B78E-47D7-80FA-04A09C06E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9AEA7A-1390-488A-B21E-7BB314BD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78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9A22D-A731-4C06-8E81-4BA85878D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BF7A4E-D56B-4851-8592-44EEF2DEE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2481F3-9585-432E-8663-F96FA55AF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56F62E9-BCDD-4E90-9AC0-7839592E3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16018B4-8A56-40C9-B83C-A03D220C7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873C98-5AC9-4C70-8526-06C08587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F7B7A98-7E23-43C4-B266-D8410AEA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63F402-6DAD-46FE-AF6F-17606DC1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748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22B7B2-7DA6-4D5C-B893-BC818F1B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87A6605-F995-4302-AE2C-28F260AE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3D9A98F-6AFD-4A73-94FE-1C11E35D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23326B-FF9F-4AB3-9817-B8B241CD1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7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0B3EF93-0376-490C-B093-D5CC8354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11342DE-8002-40CD-9850-CD5C9E61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E7F6CA-0414-414A-BAC4-00047A45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53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29FE99-58D0-48F3-A676-2E7CA6C30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1BA678-4BB8-4658-9795-DCF6E9E3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05F7B2C-39A4-42FB-AC84-E807DC629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8EFADD-5B29-4E1B-BAC9-F2A56BAD1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2A2164-7BE4-4A02-82BC-B36F8C65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F68F55-E04B-4ED5-BD4D-5650CDC8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46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AEFAB-AF84-40C6-BF50-63890E01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681E25-E60D-4F08-A011-0E48D8E52B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35191A-6F24-4057-9F6D-DEC1931C8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4E01B8-1509-4B9F-B3C5-BDBD0AAF8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DCBD0F-1873-4BA0-9EAB-AF61B496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F74A07-7B0B-47AA-B32E-EC9C5CB42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1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4003D-025C-41B2-96E2-0F0DD93FD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03E74C-AAB7-4B1F-A2B8-7DF88A370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6606C8-475C-4D2C-8A2B-121EAA56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1B49F7-A12B-4F53-AF4A-653F5E94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24F4CE-FD25-49B8-927B-51EDD53DD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848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76122A-DF9E-4DFB-BDF3-9D9EB26DD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BC532C5-76CC-4313-8387-DD086D3DF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B16288-5F42-4CB6-877D-9F6DA3EE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9C3CB1-06BB-4790-B4BD-A8D156DF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A85570-1461-4595-9835-62785DC3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846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0D1D4-59B6-4AF7-AEE6-C468C3D44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A89DE9-5198-4283-80CE-004AA196B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971718-2085-409B-9BD4-C4649EDE6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34049-82A0-45A3-9F84-DC4E05D571B4}" type="datetimeFigureOut">
              <a:rPr lang="ru-RU" smtClean="0"/>
              <a:t>21.05.2022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44BD07-9039-4503-A226-67542A9C6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5299D9-E695-40B3-98E2-0D0B64553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3AFF7-FBBC-4904-AAC0-3E0D6E81C0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188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4D8AA6-60E7-46C4-A279-A2FD67C8E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A1907C-0619-4C64-8F45-539C5B163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15562"/>
            <a:ext cx="9144000" cy="2387600"/>
          </a:xfrm>
        </p:spPr>
        <p:txBody>
          <a:bodyPr>
            <a:normAutofit/>
          </a:bodyPr>
          <a:lstStyle/>
          <a:p>
            <a:r>
              <a:rPr lang="en-US" sz="12000" b="1" dirty="0">
                <a:solidFill>
                  <a:schemeClr val="bg1"/>
                </a:solidFill>
                <a:latin typeface="Leira Lite" panose="02000500000000000000" pitchFamily="2" charset="0"/>
                <a:cs typeface="Leelawadee UI" panose="020B0502040204020203" pitchFamily="34" charset="-34"/>
              </a:rPr>
              <a:t>Generate</a:t>
            </a:r>
            <a:endParaRPr lang="ru-RU" sz="12000" b="1" dirty="0">
              <a:solidFill>
                <a:schemeClr val="bg1"/>
              </a:solidFill>
              <a:latin typeface="Lobster"/>
              <a:cs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0781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E9159-034A-4CC7-A6E7-DF4A4E28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4DA999C-542C-4FEB-B6C0-55FD2581D0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20" t="19352" r="29034" b="16256"/>
          <a:stretch/>
        </p:blipFill>
        <p:spPr>
          <a:xfrm>
            <a:off x="838200" y="1808796"/>
            <a:ext cx="7944375" cy="4113832"/>
          </a:xfrm>
        </p:spPr>
      </p:pic>
    </p:spTree>
    <p:extLst>
      <p:ext uri="{BB962C8B-B14F-4D97-AF65-F5344CB8AC3E}">
        <p14:creationId xmlns:p14="http://schemas.microsoft.com/office/powerpoint/2010/main" val="59334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BF9AB-66EC-4374-91C4-F70044AB4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Каркас сайта </a:t>
            </a:r>
            <a:r>
              <a:rPr lang="en-US" dirty="0"/>
              <a:t>Sorry Generate.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A63279F-FD9F-4354-8E34-42590CFBB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087" t="11009" r="26239" b="22202"/>
          <a:stretch/>
        </p:blipFill>
        <p:spPr>
          <a:xfrm>
            <a:off x="838200" y="1867570"/>
            <a:ext cx="772239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38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66605-91C2-4C92-8525-937C5688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</a:t>
            </a:r>
            <a:r>
              <a:rPr lang="en-US" dirty="0"/>
              <a:t>Sorry Generate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8CBB03-2C66-493D-A0CC-2FF39B7D6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Sorry generate, </a:t>
            </a:r>
            <a:r>
              <a:rPr lang="ru-RU" sz="2800" dirty="0"/>
              <a:t>создан для генерации извинений, чтобы вы могли быть ещё большим терпилой.</a:t>
            </a:r>
            <a:br>
              <a:rPr lang="ru-RU" sz="2800" dirty="0"/>
            </a:br>
            <a:r>
              <a:rPr lang="ru-RU" sz="2800" dirty="0"/>
              <a:t>Слоган нашей компании, </a:t>
            </a:r>
            <a:r>
              <a:rPr lang="en-US" sz="2800" dirty="0"/>
              <a:t>Sorry I am </a:t>
            </a:r>
            <a:r>
              <a:rPr lang="en-US" sz="2800" dirty="0" err="1"/>
              <a:t>terpila</a:t>
            </a:r>
            <a:r>
              <a:rPr lang="en-US" sz="2800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8102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485BCF-7B29-4C15-BE40-ECCB9B789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Предметная область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4E924F-C022-4485-9809-FCA07979F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Область данного программного продукта направлено на людей, а точнее терпил, которые любят и хотят извиняться. Так же он направлен на людей которые никогда не общались, анти-</a:t>
            </a:r>
            <a:r>
              <a:rPr lang="ru-RU" dirty="0" err="1"/>
              <a:t>социалы</a:t>
            </a:r>
            <a:r>
              <a:rPr lang="ru-RU" dirty="0"/>
              <a:t>, чтобы помочь им извиняться.</a:t>
            </a:r>
          </a:p>
        </p:txBody>
      </p:sp>
    </p:spTree>
    <p:extLst>
      <p:ext uri="{BB962C8B-B14F-4D97-AF65-F5344CB8AC3E}">
        <p14:creationId xmlns:p14="http://schemas.microsoft.com/office/powerpoint/2010/main" val="336584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4EE52-C1B5-426D-AF4C-FF35E6620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869228-3D4E-4D15-A5D1-04DFEBB8D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Функции данного продукта: Генерация извинений, добавление в своих вариантов.</a:t>
            </a:r>
          </a:p>
        </p:txBody>
      </p:sp>
    </p:spTree>
    <p:extLst>
      <p:ext uri="{BB962C8B-B14F-4D97-AF65-F5344CB8AC3E}">
        <p14:creationId xmlns:p14="http://schemas.microsoft.com/office/powerpoint/2010/main" val="349804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9ED99-ED6D-4558-BC26-FD5A5DAF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113F8F-C4D0-4F97-9526-874FC8F01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Sorry Generate </a:t>
            </a:r>
            <a:r>
              <a:rPr lang="ru-RU" dirty="0"/>
              <a:t>был создан с помощью следующих инструментов.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HTML </a:t>
            </a:r>
            <a:r>
              <a:rPr lang="ru-RU" b="0" i="0" dirty="0">
                <a:effectLst/>
                <a:latin typeface="arial" panose="020B0604020202020204" pitchFamily="34" charset="0"/>
              </a:rPr>
              <a:t>—</a:t>
            </a:r>
            <a:r>
              <a:rPr lang="en-US" dirty="0"/>
              <a:t> </a:t>
            </a:r>
            <a:r>
              <a:rPr lang="ru-RU" b="0" i="0" dirty="0">
                <a:effectLst/>
                <a:latin typeface="arial" panose="020B0604020202020204" pitchFamily="34" charset="0"/>
              </a:rPr>
              <a:t>стандартизированный язык разметки документов для просмотра веб-страниц в браузере.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CSS</a:t>
            </a:r>
            <a:r>
              <a:rPr lang="ru-RU" dirty="0"/>
              <a:t> </a:t>
            </a:r>
            <a:r>
              <a:rPr lang="ru-RU" b="0" i="0" dirty="0">
                <a:effectLst/>
                <a:latin typeface="arial" panose="020B0604020202020204" pitchFamily="34" charset="0"/>
              </a:rPr>
              <a:t>—</a:t>
            </a:r>
            <a:r>
              <a:rPr lang="ru-RU" dirty="0"/>
              <a:t> </a:t>
            </a:r>
            <a:r>
              <a:rPr lang="ru-RU" b="0" i="0" dirty="0">
                <a:effectLst/>
                <a:latin typeface="arial" panose="020B0604020202020204" pitchFamily="34" charset="0"/>
              </a:rPr>
              <a:t>формальный язык описания внешнего вида документа, написанного с использованием языка разметки.</a:t>
            </a:r>
            <a:endParaRPr lang="en-US" dirty="0"/>
          </a:p>
          <a:p>
            <a:pPr marL="0" indent="0">
              <a:buNone/>
            </a:pPr>
            <a:r>
              <a:rPr lang="ru-RU" b="0" i="0" dirty="0">
                <a:effectLst/>
                <a:latin typeface="arial" panose="020B0604020202020204" pitchFamily="34" charset="0"/>
              </a:rPr>
              <a:t>JavaScript — мультипарадигменный язык программирования. Поддерживает объектно-ориентированный, императивный и функциональный стили.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Adobe Photoshop CC 2019 </a:t>
            </a:r>
            <a:r>
              <a:rPr lang="ru-RU" b="0" i="0" dirty="0">
                <a:effectLst/>
                <a:latin typeface="arial" panose="020B0604020202020204" pitchFamily="34" charset="0"/>
              </a:rPr>
              <a:t>—</a:t>
            </a:r>
            <a:r>
              <a:rPr lang="en-US" dirty="0"/>
              <a:t> </a:t>
            </a:r>
            <a:r>
              <a:rPr lang="ru-RU" b="0" i="0" dirty="0">
                <a:effectLst/>
                <a:latin typeface="arial" panose="020B0604020202020204" pitchFamily="34" charset="0"/>
              </a:rPr>
              <a:t>многофункциональный графический редактор, разрабатываемый и распространяемый компанией Adobe Systems.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328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3FDB7-28DC-4798-8B9E-768F9E64B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Руководство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D820CA-CEFD-45B8-95AE-3633A2645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Заходим на сайт </a:t>
            </a:r>
            <a:r>
              <a:rPr lang="en-US" dirty="0"/>
              <a:t>Sorry Generate.</a:t>
            </a:r>
          </a:p>
          <a:p>
            <a:r>
              <a:rPr lang="ru-RU" dirty="0"/>
              <a:t>Для генерации извинений нажимаем на кнопку Генерация.</a:t>
            </a:r>
          </a:p>
          <a:p>
            <a:r>
              <a:rPr lang="ru-RU" dirty="0"/>
              <a:t>По середине экрана всплывает окно с извинением.</a:t>
            </a:r>
          </a:p>
          <a:p>
            <a:r>
              <a:rPr lang="ru-RU" dirty="0"/>
              <a:t>Так же есть кнопка добавления  своего собственного извинения.</a:t>
            </a:r>
          </a:p>
        </p:txBody>
      </p:sp>
    </p:spTree>
    <p:extLst>
      <p:ext uri="{BB962C8B-B14F-4D97-AF65-F5344CB8AC3E}">
        <p14:creationId xmlns:p14="http://schemas.microsoft.com/office/powerpoint/2010/main" val="24551054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186</Words>
  <Application>Microsoft Office PowerPoint</Application>
  <PresentationFormat>Широкоэкранный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arial</vt:lpstr>
      <vt:lpstr>Calibri</vt:lpstr>
      <vt:lpstr>Calibri Light</vt:lpstr>
      <vt:lpstr>Leira Lite</vt:lpstr>
      <vt:lpstr>Lobster</vt:lpstr>
      <vt:lpstr>Тема Office</vt:lpstr>
      <vt:lpstr>Generate</vt:lpstr>
      <vt:lpstr>Аналоги</vt:lpstr>
      <vt:lpstr>Каркас сайта Sorry Generate.</vt:lpstr>
      <vt:lpstr>Цель Sorry Generate</vt:lpstr>
      <vt:lpstr>Предметная область</vt:lpstr>
      <vt:lpstr>Функционал</vt:lpstr>
      <vt:lpstr>Инструменты</vt:lpstr>
      <vt:lpstr>Руководство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Sorry Generate</dc:title>
  <dc:creator>Такой Никита Сергеевич</dc:creator>
  <cp:lastModifiedBy>Такой Никита Сергеевич</cp:lastModifiedBy>
  <cp:revision>4</cp:revision>
  <dcterms:created xsi:type="dcterms:W3CDTF">2022-05-21T09:02:56Z</dcterms:created>
  <dcterms:modified xsi:type="dcterms:W3CDTF">2022-05-21T09:35:23Z</dcterms:modified>
</cp:coreProperties>
</file>